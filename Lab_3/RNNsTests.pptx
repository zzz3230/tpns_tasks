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53EC-865B-DF75-D66D-3E69BEDF3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4B153-D878-333E-3B18-AF6C4E819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A0D35-CE20-53BD-3944-FB0DB056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D2320-C443-1F56-970C-7970ACE1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6B82-230A-3316-3568-B2562478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9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6DE5-14F1-B996-5017-E66CCB88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A0F56-F54D-EFCE-74DE-B06FDAE5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98473-9499-B34B-E633-F058EDD7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07E3-937B-A4C9-B2EC-5A56B122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0FBE3-66DF-32CC-05B7-2F7E21EB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6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035E-9E7D-2272-8E11-7B6293B6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DFD8A-1603-B700-AD0F-96A618B54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1B1F2-499C-89BE-2539-30166CC9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2BFC-1E6B-4819-9A6B-151F1362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08307-B5AF-0DC9-ED43-DAF3F7D5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9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3FAA-2DBB-F510-F79E-F8E7E628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4C664-19F1-EBF0-763E-2B94C35DE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6FF89-29CA-C73F-A284-6D49A4007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9363E-299A-8FEF-FE6E-1DA26824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BB5A6-B894-C603-7BD3-7533C530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31D12-27EC-9B8D-5B00-1FEF36F0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6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0CE4-A0B0-A889-C3F6-AB066769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85F78-924F-82A1-003A-9AD99F586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195C5-C9F1-4E71-4307-497400E91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43B04-BDD4-D8D1-4A47-5DCFC9DE4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4BAA0-7A7C-F129-BA30-EFC34B975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0A74F-F1E9-F7B3-7E05-D5291C60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BD8DC-DAB9-215E-A4BE-3BFEF7DE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CCB38-14A8-E891-AAE3-96FAF84C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08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B696-DE83-0A47-F873-FF8C8460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6A1B6-A090-52D6-23B6-E271FD54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8CD9D-325F-7AB0-E7A7-693E5BEF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66723-BFD5-5708-27E9-34B1099E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7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D5C7B-9BC1-35DE-415E-7799BB98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A5BF7-60FA-4397-6936-2EF90464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298E-ED39-891A-9804-633CFA22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0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DFD6-7DB2-B8FA-9374-350F64F3C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B752D-9515-02E8-4007-FC44F12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387C6-E103-05EE-ED95-3055A021A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6C86C-5F8C-508E-3F57-5CFFCE83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926C8-C178-D922-3307-1281B315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C2766-AD8F-6415-8E31-C131E958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8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1917-3FA8-B13F-791A-23D4456B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E8A97A-7EBB-E1E0-62A9-B82D304EC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4742E-C8EC-B90A-E496-26ACF90C7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B002B-376C-7190-9BEF-A88962CC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CC233-7CFB-A9BF-51C1-DE8D06AF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BD58-985F-1B43-DB7E-3F787987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8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23C0-C6C3-EE96-233A-23D76D59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60271-0764-EAF7-D6FF-BCCC7F0C1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E5D13-8189-9079-6FCC-9BF67824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DB2C5-6A98-DA6E-27D3-51119540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28B55-4109-1CF6-DB74-F44D03ED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8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3EF47-0CC7-3F4E-9D59-D6F8E8715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6893D-4833-2C75-3A8E-58B197E20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E2CAB-C627-257D-823C-2F83E61D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7BD4A-221C-5385-43F1-DF0F8FD7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15AD1-5630-7DC2-5C47-098B32BD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5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FDD34-5C7F-8AC1-2F85-D9BC925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155EA-0C67-7034-40F1-3057ADB6F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1FE2D-EAD4-3ACD-DD5C-0ADA842F1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91A21-2467-4694-B6B2-ADA8ACA9A6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4516A-7486-94A1-43F6-3AD648772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A1722-3BE8-F498-795A-C58ACBB0B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94FD7-97D1-4756-A55E-97D4B076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8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AC3B-3194-0100-489E-7932209E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Библиотечные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EEEFA-6F9D-E5EF-50E8-A575D580F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02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4C9B-885C-2014-E667-2CDA84BC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754355-C790-B600-77B8-69A0D2BDE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927" y="520626"/>
            <a:ext cx="6250757" cy="234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0484C2-2B66-478B-6E20-9B78F6B9DBB0}"/>
              </a:ext>
            </a:extLst>
          </p:cNvPr>
          <p:cNvSpPr txBox="1"/>
          <p:nvPr/>
        </p:nvSpPr>
        <p:spPr>
          <a:xfrm>
            <a:off x="643380" y="310583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</a:rPr>
              <a:t>Test MAE: 106.71, MSE: 21379.11, RMSE: 146.22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6CFD20E-3F49-9575-4F68-1D07ECB7D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528" y="3673028"/>
            <a:ext cx="7878943" cy="298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35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ADA2-F3F1-9FCB-68FD-A3F7539C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DCC69-CDFB-4C5A-AFD8-1E3A581CE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066" y="111255"/>
            <a:ext cx="7450662" cy="27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C486170-A791-FB54-8C26-95145B906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333" y="3804664"/>
            <a:ext cx="7756395" cy="294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0BF708-2938-3A41-0EEF-B343BC0D120C}"/>
              </a:ext>
            </a:extLst>
          </p:cNvPr>
          <p:cNvSpPr txBox="1"/>
          <p:nvPr/>
        </p:nvSpPr>
        <p:spPr>
          <a:xfrm>
            <a:off x="445417" y="298808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</a:rPr>
              <a:t>Test MAE: 88.04, MSE: 15121.54, RMSE: 122.97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5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0151-AD15-71F3-747D-B4E2F702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79052C-996F-B188-5FB4-40876D49A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359" y="102533"/>
            <a:ext cx="6668237" cy="249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7E6F0EB-AC8C-F6E9-485B-92D2574B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13" y="3673662"/>
            <a:ext cx="7803528" cy="295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F996BE-E480-844C-5084-6C213A0867FB}"/>
              </a:ext>
            </a:extLst>
          </p:cNvPr>
          <p:cNvSpPr txBox="1"/>
          <p:nvPr/>
        </p:nvSpPr>
        <p:spPr>
          <a:xfrm>
            <a:off x="435990" y="2765400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Test MAE: 77.29, MSE: 12417.29, RMSE: 111.43</a:t>
            </a:r>
          </a:p>
          <a:p>
            <a:pPr>
              <a:buNone/>
            </a:pPr>
            <a:br>
              <a:rPr lang="en-US" b="0" i="0" dirty="0">
                <a:effectLst/>
                <a:latin typeface="Google Sans Tex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3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B984-0B1B-98D8-ADAF-F0522727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Ручные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03637-5BF9-D326-D40B-5C1366E1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9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B45D-F9B3-F6C8-AB79-5A3CEEB6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2E851F3-DAAD-D829-D452-6CC0D5CF0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505" y="269551"/>
            <a:ext cx="7592064" cy="284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C335BAE-4A17-2ECF-A04E-58D66C336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6" y="3955040"/>
            <a:ext cx="6963167" cy="273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5B1B0-9082-78A0-27EA-BB04364D25A6}"/>
              </a:ext>
            </a:extLst>
          </p:cNvPr>
          <p:cNvSpPr txBox="1"/>
          <p:nvPr/>
        </p:nvSpPr>
        <p:spPr>
          <a:xfrm>
            <a:off x="838200" y="3043671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Test MAE: 169.18, MSE: 49464.68, RMSE: 222.41</a:t>
            </a:r>
          </a:p>
          <a:p>
            <a:pPr>
              <a:buNone/>
            </a:pPr>
            <a:br>
              <a:rPr lang="en-US" b="0" i="0" dirty="0">
                <a:effectLst/>
                <a:latin typeface="Google Sans Tex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8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EA8D-5855-0AEA-159C-07E5DD84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8294AC2-310B-E8F8-7BF3-22C98DFA0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439" y="97503"/>
            <a:ext cx="7356394" cy="275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A66B4B7-F233-8B3B-ADBA-53C5C37DD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8" y="3740215"/>
            <a:ext cx="7509922" cy="294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C6977D-240F-BA6B-E49A-959DB7A5B3D7}"/>
              </a:ext>
            </a:extLst>
          </p:cNvPr>
          <p:cNvSpPr txBox="1"/>
          <p:nvPr/>
        </p:nvSpPr>
        <p:spPr>
          <a:xfrm>
            <a:off x="838200" y="2851548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Test MAE: 134.71, MSE: 33947.45, RMSE: 184.25</a:t>
            </a:r>
          </a:p>
          <a:p>
            <a:pPr>
              <a:buNone/>
            </a:pPr>
            <a:br>
              <a:rPr lang="en-US" b="0" i="0" dirty="0">
                <a:effectLst/>
                <a:latin typeface="Google Sans Tex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47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4666-E489-1A60-24D2-FD89C44F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F539F15-E434-013C-B2B5-4894C9587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089" y="35351"/>
            <a:ext cx="7498189" cy="278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37B2B7-F437-0835-67C2-77B6B84D3C7B}"/>
              </a:ext>
            </a:extLst>
          </p:cNvPr>
          <p:cNvSpPr txBox="1"/>
          <p:nvPr/>
        </p:nvSpPr>
        <p:spPr>
          <a:xfrm>
            <a:off x="838200" y="2972594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Test MAE: 101.56, MSE: 18192.71, RMSE: 134.88</a:t>
            </a:r>
          </a:p>
          <a:p>
            <a:pPr>
              <a:buNone/>
            </a:pPr>
            <a:br>
              <a:rPr lang="en-US" b="0" i="0" dirty="0">
                <a:effectLst/>
                <a:latin typeface="Google Sans Text"/>
              </a:rPr>
            </a:br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25EE2161-85C7-7753-21F6-553ADD105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347" y="3832356"/>
            <a:ext cx="7156578" cy="278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52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84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Google Sans Text</vt:lpstr>
      <vt:lpstr>Arial</vt:lpstr>
      <vt:lpstr>Calibri</vt:lpstr>
      <vt:lpstr>Calibri Light</vt:lpstr>
      <vt:lpstr>Courier New</vt:lpstr>
      <vt:lpstr>Office Theme</vt:lpstr>
      <vt:lpstr>Библиотечные</vt:lpstr>
      <vt:lpstr>RNN</vt:lpstr>
      <vt:lpstr>LSTM</vt:lpstr>
      <vt:lpstr>GRU</vt:lpstr>
      <vt:lpstr>Ручные</vt:lpstr>
      <vt:lpstr>GRU</vt:lpstr>
      <vt:lpstr>RNN</vt:lpstr>
      <vt:lpstr>LSTM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 zzz</dc:creator>
  <cp:lastModifiedBy>zzz zzz</cp:lastModifiedBy>
  <cp:revision>2</cp:revision>
  <dcterms:created xsi:type="dcterms:W3CDTF">2026-04-28T08:42:14Z</dcterms:created>
  <dcterms:modified xsi:type="dcterms:W3CDTF">2026-04-28T10:04:17Z</dcterms:modified>
</cp:coreProperties>
</file>